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858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0FCFF"/>
                </a:solidFill>
              </a:rPr>
              <a:t>CALLPATH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D3EE"/>
                </a:solidFill>
              </a:rPr>
              <a:t>Real-time decoded call trace API for every Base transaction — no ABI hunting, no raw hex.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7A7A"/>
                </a:solidFill>
              </a:rPr>
              <a:t>Callpath provides a REST and WebSocket API that accepts any Base transaction hash, block range, or contract address and returns fully decoded call traces with human-readable function names, typed arguments, internal call...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4630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505"/>
                </a:solidFill>
              </a:rPr>
              <a:t>BASE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4754880"/>
            <a:ext cx="1371600" cy="384048"/>
          </a:xfrm>
          <a:prstGeom prst="rect">
            <a:avLst/>
          </a:prstGeom>
          <a:solidFill>
            <a:srgbClr val="0F0F0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4754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PROTOTYPE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754880"/>
            <a:ext cx="1554480" cy="384048"/>
          </a:xfrm>
          <a:prstGeom prst="rect">
            <a:avLst/>
          </a:prstGeom>
          <a:solidFill>
            <a:srgbClr val="0F0F0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47548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APIs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Founded by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926080" cy="4114800"/>
          </a:xfrm>
          <a:prstGeom prst="rect">
            <a:avLst/>
          </a:prstGeom>
          <a:solidFill>
            <a:srgbClr val="0F0F0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{ decoded_trace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FCFF"/>
                </a:solidFill>
              </a:rPr>
              <a:t>"fn": "swap"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FCFF"/>
                </a:solidFill>
              </a:rPr>
              <a:t>"args": { "amountIn": 1000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FCFF"/>
                </a:solidFill>
              </a:rPr>
              <a:t>"gas_used": 42100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FCFF"/>
                </a:solidFill>
              </a:rPr>
              <a:t>"events": [ Transfer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2976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FCFF"/>
                </a:solidFill>
              </a:rPr>
              <a:t>"revert": null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FCFF"/>
                </a:solidFill>
              </a:rPr>
              <a:t>Building on Base is blind without decoded traces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78992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394960" cy="173736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🔍  ABI Hunting 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Every tool needs to locate, parse, and cache ABIs manually. Unverified contracts return raw hex — unusable.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5394960" cy="173736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🧱  No Archival Node?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Decoded call traces require debug_traceTransaction on archival nodes — expensive to run, complex to maintain.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5394960" cy="173736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🤖  AI Agents Are 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Observability layers and portfolio trackers need semantic transaction data, not opaque bytecalls.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840480"/>
            <a:ext cx="5394960" cy="173736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📦  ERC-4337 is Opaque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UserOp bundles hide the real operations. Existing tools can't unpack, attribute gas, or surface reverts per-op.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FCFF"/>
                </a:solidFill>
              </a:rPr>
              <a:t>One API call → fully decoded call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78992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484632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A7A"/>
                </a:solidFill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POST /trace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437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  "tx": "0xabc...def",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912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  "chain": "base"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38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7A7A"/>
                </a:solidFill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"fn": "exactInputSingle"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36592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"args": { "tokenIn": "0x..."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38344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"internal_calls": [ ...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0096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"events": [ Swap, Transfer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41848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"revert": null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"confidence": 1.0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5394960" cy="219456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FCFF"/>
                </a:solidFill>
              </a:rPr>
              <a:t>✅  Human-readable, every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0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No ABI hunting. Live registry auto-syncs from Basescan verified contracts every block.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FCFF"/>
                </a:solidFill>
              </a:rPr>
              <a:t>✅  Unverified? Still decoded.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Bytecode fingerprint matcher returns partial decode with per-field confidence scores.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394960" cy="228600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FCFF"/>
                </a:solidFill>
              </a:rPr>
              <a:t>✅  ERC-4337 UserOp Unpacking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Explode bundled operations into individual decoded calls with per-op gas and revert attribution.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FCFF"/>
                </a:solidFill>
              </a:rPr>
              <a:t>✅  WebSocket real-time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8338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7A"/>
                </a:solidFill>
              </a:rPr>
              <a:t>Subscribe to any contract, receive decoded events as blocks land.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0FCFF"/>
                </a:solidFill>
              </a:rPr>
              <a:t>Everything you need, nothing you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078992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15568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7335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Single-endpoint decoded trace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>POST a tx hash, receive a fully typed call tree with human-readable function names, argument values, and child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2888"/>
            <a:ext cx="1115568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243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Live ABI registry auto-synced from Basescan verified contracts and community ERC-7730 submissions, updated every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0837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57016"/>
            <a:ext cx="1115568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21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4845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Bytecode fingerprint decoder for unverified contracts — matches known selectors and ERC patterns with per-field confidence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81144"/>
            <a:ext cx="1115568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45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72583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ERC-4337 UserOp unpacking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56631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>explode bundled userOps into individual decoded operations with per-op gas and revert attribution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05272"/>
            <a:ext cx="1115568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69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</a:rPr>
              <a:t>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96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WebSocket stream subscription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08076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>subscribe to any contract address and receive decoded call events in real time as blocks 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0FCFF"/>
                </a:solidFill>
              </a:rPr>
              <a:t>Built for speed, built for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078992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Node.js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276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Fastify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276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830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Base RPC (debug_traceTransaction, eth_getLogs)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5544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6276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830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Redis Streams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564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WebSocket (ws library)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3832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4564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ERC-7730 JSON metadata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3832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564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4-byte selector 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3832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34564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ERC-4337 UserOp ABI decoder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852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4406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Basescan API (verified ABI indexer)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2120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80" y="52852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54406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IPFS (community ABI submissions)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2120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2852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54406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PostgreSQL (ABI registry persistence)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5212080"/>
            <a:ext cx="2560320" cy="14630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5285232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54406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FCFF"/>
                </a:solidFill>
              </a:rPr>
              <a:t>Docker / Fly.io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11155680" cy="1234440"/>
          </a:xfrm>
          <a:prstGeom prst="rect">
            <a:avLst/>
          </a:prstGeom>
          <a:solidFill>
            <a:srgbClr val="0F0F0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🏗 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7A7A"/>
                </a:solidFill>
              </a:rPr>
              <a:t>Fastify REST + WebSocket → Base RPC (debug_traceTransaction) → Redis Streams → ABI Registry (PostgreSQL + IPFS ERC-7730) → Bytecode Fingerprint Engine → ERC-4337 Decoder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0FCFF"/>
                </a:solidFill>
              </a:rPr>
              <a:t>From prototype to public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078992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566160" cy="51206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Q1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✅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Ship a working prototype that decodes verified-contract transactions on Base via REST endpoint.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91839"/>
            <a:ext cx="3200400" cy="27432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POST /trace endpoint accepting a Base tx hash and returning a typed call tree 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Basescan ABI indexer that polls verified contracts every block and persists ABIs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492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Internal testbed covering 10 high-volume Base protocols (Uniswap v3, Aerodrome,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08760"/>
            <a:ext cx="3566160" cy="51206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08760"/>
            <a:ext cx="35661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618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D3EE"/>
                </a:solidFill>
              </a:rPr>
              <a:t>🔄 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Add bytecode fingerprint decoding, ERC-4337 UserOp unpacking, and WebSocket streaming for public developer 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291839"/>
            <a:ext cx="3200400" cy="27432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4290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Bytecode fingerprint matcher integrated with 4-byte selector DB, returning per-f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ERC-4337 UserOp bundle decoder that explodes bundled operations into individual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3492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WebSocket subscription endpoint allowing developers to stream decoded call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508760"/>
            <a:ext cx="3566160" cy="5120640"/>
          </a:xfrm>
          <a:prstGeom prst="rect">
            <a:avLst/>
          </a:prstGeom>
          <a:solidFill>
            <a:srgbClr val="0A0A0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508760"/>
            <a:ext cx="3566160" cy="54864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618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7A7A"/>
                </a:solidFill>
              </a:rPr>
              <a:t>Q3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7A7A"/>
                </a:solidFill>
              </a:rPr>
              <a:t>🗓 UPCOMING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FCFF"/>
                </a:solidFill>
              </a:rPr>
              <a:t>Launch public API with metered pricing, community ABI submission pipeline, and ERC-7730 on-chain metadata support.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291839"/>
            <a:ext cx="3200400" cy="27432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4290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Public API portal with API key issuance, usage dashboards, and tiered rate 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3891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Community ABI submission flow accepting ERC-7730-compatible JSON metadata pinned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3492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7A"/>
                </a:solidFill>
              </a:rPr>
              <a:t>→  Block-range batch endpoint (GET /traces?from=&amp;to=) enabling historical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005840"/>
            <a:ext cx="7616952" cy="5029200"/>
          </a:xfrm>
          <a:prstGeom prst="rect">
            <a:avLst/>
          </a:prstGeom>
          <a:solidFill>
            <a:srgbClr val="0F0F0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005840"/>
            <a:ext cx="7616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12801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🚀  GET EARLY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20240"/>
            <a:ext cx="7406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FCFF"/>
                </a:solidFill>
              </a:rPr>
              <a:t>Start decoding Base transactions
in minutes — not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3154680"/>
            <a:ext cx="7315200" cy="36576"/>
          </a:xfrm>
          <a:prstGeom prst="rect">
            <a:avLst/>
          </a:prstGeom>
          <a:solidFill>
            <a:srgbClr val="4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291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7A7A"/>
                </a:solidFill>
              </a:rPr>
              <a:t>No archival node. No ABI hunting. No raw hex.
One API endpoint for every Base transaction — decoded, typed, and human-readable.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389120"/>
            <a:ext cx="448056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43891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505"/>
                </a:solidFill>
              </a:rPr>
              <a:t>→  callpath.dev / early-access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3035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7A7A"/>
                </a:solidFill>
              </a:rPr>
              <a:t>Founded by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66928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7A7A"/>
                </a:solidFill>
              </a:rPr>
              <a:t>Callpath · apis-data · Base Chain ·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